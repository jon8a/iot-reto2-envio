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6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MQTT Seguro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Transmisión IoT con TLS Mutual + Control de Acceso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Transmisión de Datos IoT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y Arquitectura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MQTT? Publicar y Suscribir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317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2331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MQTT en Acción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346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Seguridad: TLS Mutual Authentication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3375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2880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con ACL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17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8404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8288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ACL: Filtrando Mensajes por Rol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0"/>
          <p:cNvSpPr/>
          <p:nvPr/>
        </p:nvSpPr>
        <p:spPr>
          <a:xfrm>
            <a:off x="73152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3434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82880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y Demo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y Arquitectura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Requisitos Cumplidos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508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MQTT con TLS mutual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828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 Python (paho-mqtt)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1488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Python (2 roles)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468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desde CLI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4008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Arquitectura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640080" y="32461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82296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Contenedores Docker: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Mosquitto (Broker)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Publisher Python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 Director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 Operario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Node-RED Dashboard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846320" y="1097280"/>
            <a:ext cx="384048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943600" y="1463040"/>
            <a:ext cx="1645920" cy="7315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0020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37960" y="1600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120640" y="2651760"/>
            <a:ext cx="9144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3"/>
          <p:cNvSpPr/>
          <p:nvPr/>
        </p:nvSpPr>
        <p:spPr>
          <a:xfrm>
            <a:off x="512064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57784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217920" y="2651760"/>
            <a:ext cx="9144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16"/>
          <p:cNvSpPr/>
          <p:nvPr/>
        </p:nvSpPr>
        <p:spPr>
          <a:xfrm>
            <a:off x="621792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Dir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67512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15200" y="2651760"/>
            <a:ext cx="9144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19"/>
          <p:cNvSpPr/>
          <p:nvPr/>
        </p:nvSpPr>
        <p:spPr>
          <a:xfrm>
            <a:off x="73152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Op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77240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38328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32120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Certificados X.509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12064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se autentica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propio certificado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MQTT?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Queuing Telemetry Transport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Pub/Sub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clientes no se comunican directamente. Usan un broker central como intermediario.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51460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51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Ligero y Eficiente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1732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para IoT. Ideal para dispositivos con recursos limitados y redes inestables.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6616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03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Jerárquicos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árbol: fabrica/linea1/temperatura. Permite filtrado granular.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1554480" y="45720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Clave: El broker decide quién recibe qué mensajes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MQTT: Publicar y Suscribir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075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07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(Publicar)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envía datos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un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fabrica/linea1/temp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{"valor": 72.5}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075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(Suscribir)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dicen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qué topics quieren: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fabrica/linea1/#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fabrica/+/temperatura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22960" y="31546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Wildcards en Topics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2960" y="3429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todos los niveles (ej: fabrica/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todos los subtopics)    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 nivel (ej: fabrica/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/temperatura → línea1, línea2, etc.)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Flujo de Comunicación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2960" y="4389120"/>
            <a:ext cx="1371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507992"/>
            <a:ext cx="228600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651760" y="4389120"/>
            <a:ext cx="13716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6"/>
          <p:cNvSpPr/>
          <p:nvPr/>
        </p:nvSpPr>
        <p:spPr>
          <a:xfrm>
            <a:off x="265176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07992"/>
            <a:ext cx="22860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480560" y="4389120"/>
            <a:ext cx="16459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18"/>
          <p:cNvSpPr/>
          <p:nvPr/>
        </p:nvSpPr>
        <p:spPr>
          <a:xfrm>
            <a:off x="448056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011680" y="4160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657600" y="41605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y enruta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Comunicación MQTT en Acción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sistema en funcionamiento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Topics Publicados (cada 3s)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864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fabrica/linea1/velocidad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54864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fabrica/linea1/temperatura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54864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14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514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fabrica/linea2/velocidad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834640"/>
            <a:ext cx="54864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34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834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fabrica/linea2/temperatura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154680"/>
            <a:ext cx="5486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54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3154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fabrica/mantenimiento/alertas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474720"/>
            <a:ext cx="5486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63040" y="34747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fabrica/mantenimiento/estado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794760"/>
            <a:ext cx="5486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794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fabrica/produccion/rendimiento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14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€€€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3040" y="41148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fabrica/costes/energia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280160"/>
            <a:ext cx="37490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Suscripciones de Clientes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18745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0939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se suscribe, solo publica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25603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Director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7797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246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Operario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4655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  (pero ACL filtra)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3931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1513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  (2 conexiones)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Seguridad: TLS Mutual Authentication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075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075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lados se verifican: Cliente ↔ Servidor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4767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94767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→ Broker: ClientHello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34440" y="2130552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inicia conexión y propone cifrados TLS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359152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43230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432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243230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→ Cliente: ServerHello + server.crt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34440" y="2615184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envía su certificado firmado por la 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843784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91693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916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2916936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verifica server.crt con ca.crt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34440" y="3099816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este broker legítimo? ✓ Validado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3328416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4015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34440" y="3401568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→ Broker: client.crt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34440" y="3584448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envía su certificado (director.crt, operario.crt, etc.)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" y="3813048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38862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34440" y="38862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verifica client.crt con ca.crt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234440" y="4069080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este cliente autorizado? ✓ Validado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0080" y="4297680"/>
            <a:ext cx="7863840" cy="43891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2960" y="437083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0"/>
          <p:cNvSpPr/>
          <p:nvPr/>
        </p:nvSpPr>
        <p:spPr>
          <a:xfrm>
            <a:off x="822960" y="4370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234440" y="437083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extrae CN del certificado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34440" y="4553712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 = "director" → Se usará para el ACL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" y="4782312"/>
            <a:ext cx="786384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4"/>
          <p:cNvSpPr/>
          <p:nvPr/>
        </p:nvSpPr>
        <p:spPr>
          <a:xfrm>
            <a:off x="822960" y="485546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4855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234440" y="485546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Canal cifrado establecido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234440" y="5038344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segura activa. Todos los mensajes encriptados.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de Acceso con ACL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List - Lista de Control de Acceso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904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ACL?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ACL define QUÉ puede hacer QUIÉN en el broker. Cada usuario (identificado por su certificado) tiene permisos específicos para leer o escribir en ciertos topics. Es como una lista de permisos en un sistema de archivos, pero para mensajes MQTT.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06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Mapeo Certificado → Usuario ACL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broker extrae el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Name (CN)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certificado del cliente.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CN se usa como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ACL. Ej: CN=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"director"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ACL busca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director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Roles Implementados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6732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48840" y="3749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fabrica/#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355080" y="3749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total a todos los topics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4164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4023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14884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fabrica/linea#/*, fabrica/mantenimiento/*, fabrica/produccion/*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4023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Líneas, mantenimiento y producción (sin costes)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15968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297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operario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148840" y="4297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fabrica/linea1/velocidad, fabrica/linea1/temperatura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355080" y="4297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velocidad y temperatura de línea 1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90288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148840" y="4572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 fabrica/#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355080" y="4572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publicar en cualquier topic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ACL: Filtrando Mensajes por Rol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Escenario: Publisher envía mensaje de costes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fabrica/costes/energia    Payload: {"kwh": 472.35, "coste_eur": 66.13}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659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 ACL para cada suscriptor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240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Busca suscriptores de 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fabrica/costes/energia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Para cada suscriptor: ¿Tiene permiso de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este topic?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 SÍ → Entrega mensaje. Si NO → Descarta (sin notificar al cliente)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Resultado por Rol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1071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3649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97280" y="354787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director.crt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194560" y="3364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fabrica/#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3410712"/>
            <a:ext cx="100584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6035040" y="34107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RECIBE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132320" y="33649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acceso a fabrica/# (incluye costes)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40080" y="384048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935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9136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97280" y="409651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supervisor.crt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194560" y="3913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fabrica/linea#/*, fabrica/mantenimiento/*, fabrica/produccion/*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35040" y="3959352"/>
            <a:ext cx="10058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0"/>
          <p:cNvSpPr/>
          <p:nvPr/>
        </p:nvSpPr>
        <p:spPr>
          <a:xfrm>
            <a:off x="6035040" y="3959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BLOQUEADO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132320" y="39136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permiso en fabrica/costes/*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40080" y="438912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07992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7280" y="44622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097280" y="464515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operario.crt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219456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fabrica/linea1/velocidad, fabrica/linea1/temperatura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035040" y="4507992"/>
            <a:ext cx="10058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0" y="45079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BLOQUEADO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132320" y="44622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tiene acceso a 2 topics específicos de línea 1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1554480" y="463600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Importante: El filtrado ocurre en el broker, el cliente nunca sabe que hay mensajes bloqueados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Comparación: Director vs Operario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533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Director (Acceso Total)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Certificado: </a:t>
            </a:r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director.crt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suscribe 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permite: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fabrica/#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Recibe: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Línea 1 y Línea 2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Mantenimiento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Producción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Costes 💰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Energía
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88720"/>
            <a:ext cx="3657600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533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Operario (Acceso Limitado)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8745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Certificado: </a:t>
            </a:r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operario.crt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 suscribirse 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fabrica/#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permite SOLO: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fabrica/linea1/velocidad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fabrica/linea1/temperatura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Recibe: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Línea 1 velocidad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Línea 1 temperatura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recibe: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Línea 2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Mantenimiento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Producción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Costes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Energía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Implementación Python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 código completo se muestra en la demo en vivo)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269748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90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99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(Productor)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publisher.py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Librería: paho-mqtt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24688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TLS con client.tls_set()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27889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2788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publisher.crt/key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31089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31089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 cada 3 segundos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34290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34290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topics simulados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7472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0" y="1280160"/>
            <a:ext cx="269748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9903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77640" y="1399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Director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7600" y="187452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subscriber_director.py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703320" y="214884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88620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Librería: paho-mqtt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703320" y="246888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886200" y="24688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TLS con client.tls_set()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703320" y="27889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886200" y="2788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director.crt/key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703320" y="31089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886200" y="31089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suscribe a fabrica/#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703320" y="34290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886200" y="34290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TODOS los mensajes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30936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309360" y="1280160"/>
            <a:ext cx="269748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99032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12280" y="1399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Operario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492240" y="187452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subscriber_operario.py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537960" y="214884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72084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Librería: paho-mqtt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537960" y="246888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720840" y="24688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TLS con client.tls_set()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537960" y="27889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720840" y="2788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operario.crt/key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537960" y="31089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6720840" y="31089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 suscribirse a fabrica/#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537960" y="34290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6720840" y="34290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filtra → solo recibe línea 1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1554480" y="463600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El código TLS es simple: 4 líneas configuran la seguridad completa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Orquestación: Docker Compose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servicios coordinados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201168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MQTT + TLS + ACL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:8883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560320"/>
            <a:ext cx="7315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 Python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10896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subscriber-director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918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(acceso total)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6576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subscriber-operario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918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(acceso limitado)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4206240"/>
            <a:ext cx="7315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nodered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918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visualización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0" y="4251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:1880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Ejecutar el sistema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846320"/>
            <a:ext cx="78638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9377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y Verificación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87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8892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889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ACL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893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Comandos para la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mensajes publicados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535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fabrica-publisher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31927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TODOS los mensajes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529584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753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fabrica-subscriber-director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94106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solo línea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151376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970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fabrica-subscriber-operario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56285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Node-RED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773168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818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http://localhost:1880/ui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6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MQTT: Protocolo pub/sub ligero ideal para IoT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TLS Mutual: Ambos lados se autentican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ACL: Control granular por certificado (CN → username)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Filtrado en broker: Transparente para clientes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Python + Docker: Arquitectura profesional y reproducible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Principio de mínimo privilegio demostrado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MQTT Seguro con TLS y Control de Acceso</dc:title>
  <dc:subject>PptxGenJS Presentation</dc:subject>
  <dc:creator>Estudiante IoT</dc:creator>
  <cp:lastModifiedBy>Estudiante IoT</cp:lastModifiedBy>
  <cp:revision>1</cp:revision>
  <dcterms:created xsi:type="dcterms:W3CDTF">2026-02-25T19:11:26Z</dcterms:created>
  <dcterms:modified xsi:type="dcterms:W3CDTF">2026-02-25T19:11:26Z</dcterms:modified>
</cp:coreProperties>
</file>